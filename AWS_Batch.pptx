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7" r:id="rId3"/>
    <p:sldId id="258" r:id="rId4"/>
    <p:sldId id="259" r:id="rId5"/>
    <p:sldId id="261" r:id="rId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0" d="100"/>
          <a:sy n="120" d="100"/>
        </p:scale>
        <p:origin x="19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ANO Kazuya" userId="00c6825a3cf87623" providerId="LiveId" clId="{3B7F9A99-370A-4DDD-BDF5-5C00D99A169E}"/>
    <pc:docChg chg="undo redo custSel addSld delSld modSld">
      <pc:chgData name="HARANO Kazuya" userId="00c6825a3cf87623" providerId="LiveId" clId="{3B7F9A99-370A-4DDD-BDF5-5C00D99A169E}" dt="2021-06-23T13:40:05.567" v="1459" actId="20577"/>
      <pc:docMkLst>
        <pc:docMk/>
      </pc:docMkLst>
      <pc:sldChg chg="new del">
        <pc:chgData name="HARANO Kazuya" userId="00c6825a3cf87623" providerId="LiveId" clId="{3B7F9A99-370A-4DDD-BDF5-5C00D99A169E}" dt="2021-06-20T12:03:09.828" v="2" actId="47"/>
        <pc:sldMkLst>
          <pc:docMk/>
          <pc:sldMk cId="2239093108" sldId="256"/>
        </pc:sldMkLst>
      </pc:sldChg>
      <pc:sldChg chg="addSp modSp new mod">
        <pc:chgData name="HARANO Kazuya" userId="00c6825a3cf87623" providerId="LiveId" clId="{3B7F9A99-370A-4DDD-BDF5-5C00D99A169E}" dt="2021-06-20T12:25:43.994" v="1125" actId="20577"/>
        <pc:sldMkLst>
          <pc:docMk/>
          <pc:sldMk cId="1474855761" sldId="257"/>
        </pc:sldMkLst>
        <pc:spChg chg="mod">
          <ac:chgData name="HARANO Kazuya" userId="00c6825a3cf87623" providerId="LiveId" clId="{3B7F9A99-370A-4DDD-BDF5-5C00D99A169E}" dt="2021-06-20T12:03:15.082" v="17" actId="20577"/>
          <ac:spMkLst>
            <pc:docMk/>
            <pc:sldMk cId="1474855761" sldId="257"/>
            <ac:spMk id="2" creationId="{1095DDAB-4C81-4701-A117-7E13EE46D015}"/>
          </ac:spMkLst>
        </pc:spChg>
        <pc:spChg chg="mod">
          <ac:chgData name="HARANO Kazuya" userId="00c6825a3cf87623" providerId="LiveId" clId="{3B7F9A99-370A-4DDD-BDF5-5C00D99A169E}" dt="2021-06-20T12:25:43.994" v="1125" actId="20577"/>
          <ac:spMkLst>
            <pc:docMk/>
            <pc:sldMk cId="1474855761" sldId="257"/>
            <ac:spMk id="3" creationId="{B194E066-F89E-4445-B4CC-20A51031F9C7}"/>
          </ac:spMkLst>
        </pc:spChg>
        <pc:spChg chg="add mod">
          <ac:chgData name="HARANO Kazuya" userId="00c6825a3cf87623" providerId="LiveId" clId="{3B7F9A99-370A-4DDD-BDF5-5C00D99A169E}" dt="2021-06-20T12:05:40.470" v="192" actId="1076"/>
          <ac:spMkLst>
            <pc:docMk/>
            <pc:sldMk cId="1474855761" sldId="257"/>
            <ac:spMk id="4" creationId="{34FC0DF8-CB86-4C86-A417-4BFBCD62A9D7}"/>
          </ac:spMkLst>
        </pc:spChg>
      </pc:sldChg>
      <pc:sldChg chg="addSp delSp modSp new mod">
        <pc:chgData name="HARANO Kazuya" userId="00c6825a3cf87623" providerId="LiveId" clId="{3B7F9A99-370A-4DDD-BDF5-5C00D99A169E}" dt="2021-06-20T12:42:42.882" v="1441" actId="20577"/>
        <pc:sldMkLst>
          <pc:docMk/>
          <pc:sldMk cId="4041189962" sldId="258"/>
        </pc:sldMkLst>
        <pc:spChg chg="mod">
          <ac:chgData name="HARANO Kazuya" userId="00c6825a3cf87623" providerId="LiveId" clId="{3B7F9A99-370A-4DDD-BDF5-5C00D99A169E}" dt="2021-06-20T12:07:21.820" v="291" actId="20577"/>
          <ac:spMkLst>
            <pc:docMk/>
            <pc:sldMk cId="4041189962" sldId="258"/>
            <ac:spMk id="2" creationId="{EE32D8D1-DC4E-42F5-8D92-EDF767ACF2C4}"/>
          </ac:spMkLst>
        </pc:spChg>
        <pc:spChg chg="del">
          <ac:chgData name="HARANO Kazuya" userId="00c6825a3cf87623" providerId="LiveId" clId="{3B7F9A99-370A-4DDD-BDF5-5C00D99A169E}" dt="2021-06-20T12:07:29.527" v="292" actId="3680"/>
          <ac:spMkLst>
            <pc:docMk/>
            <pc:sldMk cId="4041189962" sldId="258"/>
            <ac:spMk id="3" creationId="{CA9C36F0-07F5-4E19-BDFB-B823B04A4936}"/>
          </ac:spMkLst>
        </pc:spChg>
        <pc:spChg chg="add mod">
          <ac:chgData name="HARANO Kazuya" userId="00c6825a3cf87623" providerId="LiveId" clId="{3B7F9A99-370A-4DDD-BDF5-5C00D99A169E}" dt="2021-06-20T12:39:10.497" v="1371" actId="1035"/>
          <ac:spMkLst>
            <pc:docMk/>
            <pc:sldMk cId="4041189962" sldId="258"/>
            <ac:spMk id="5" creationId="{9A48DB3A-0C19-4F5D-8D7F-EB08E8441775}"/>
          </ac:spMkLst>
        </pc:spChg>
        <pc:graphicFrameChg chg="add mod ord modGraphic">
          <ac:chgData name="HARANO Kazuya" userId="00c6825a3cf87623" providerId="LiveId" clId="{3B7F9A99-370A-4DDD-BDF5-5C00D99A169E}" dt="2021-06-20T12:42:42.882" v="1441" actId="20577"/>
          <ac:graphicFrameMkLst>
            <pc:docMk/>
            <pc:sldMk cId="4041189962" sldId="258"/>
            <ac:graphicFrameMk id="4" creationId="{E8FCEA4E-2E75-472A-ACD8-8A6E69EA8AD3}"/>
          </ac:graphicFrameMkLst>
        </pc:graphicFrameChg>
      </pc:sldChg>
      <pc:sldChg chg="addSp delSp modSp add mod">
        <pc:chgData name="HARANO Kazuya" userId="00c6825a3cf87623" providerId="LiveId" clId="{3B7F9A99-370A-4DDD-BDF5-5C00D99A169E}" dt="2021-06-20T12:27:05.743" v="1286" actId="20577"/>
        <pc:sldMkLst>
          <pc:docMk/>
          <pc:sldMk cId="2457977041" sldId="259"/>
        </pc:sldMkLst>
        <pc:spChg chg="mod">
          <ac:chgData name="HARANO Kazuya" userId="00c6825a3cf87623" providerId="LiveId" clId="{3B7F9A99-370A-4DDD-BDF5-5C00D99A169E}" dt="2021-06-20T12:22:38.813" v="1085" actId="20577"/>
          <ac:spMkLst>
            <pc:docMk/>
            <pc:sldMk cId="2457977041" sldId="259"/>
            <ac:spMk id="2" creationId="{EE32D8D1-DC4E-42F5-8D92-EDF767ACF2C4}"/>
          </ac:spMkLst>
        </pc:spChg>
        <pc:spChg chg="del">
          <ac:chgData name="HARANO Kazuya" userId="00c6825a3cf87623" providerId="LiveId" clId="{3B7F9A99-370A-4DDD-BDF5-5C00D99A169E}" dt="2021-06-20T12:22:41.752" v="1086" actId="478"/>
          <ac:spMkLst>
            <pc:docMk/>
            <pc:sldMk cId="2457977041" sldId="259"/>
            <ac:spMk id="5" creationId="{9A48DB3A-0C19-4F5D-8D7F-EB08E8441775}"/>
          </ac:spMkLst>
        </pc:spChg>
        <pc:spChg chg="add mod">
          <ac:chgData name="HARANO Kazuya" userId="00c6825a3cf87623" providerId="LiveId" clId="{3B7F9A99-370A-4DDD-BDF5-5C00D99A169E}" dt="2021-06-20T12:27:05.743" v="1286" actId="20577"/>
          <ac:spMkLst>
            <pc:docMk/>
            <pc:sldMk cId="2457977041" sldId="259"/>
            <ac:spMk id="6" creationId="{00E98632-23C8-4C38-A086-979B858E3FFB}"/>
          </ac:spMkLst>
        </pc:spChg>
        <pc:graphicFrameChg chg="del">
          <ac:chgData name="HARANO Kazuya" userId="00c6825a3cf87623" providerId="LiveId" clId="{3B7F9A99-370A-4DDD-BDF5-5C00D99A169E}" dt="2021-06-20T12:22:44.135" v="1087" actId="478"/>
          <ac:graphicFrameMkLst>
            <pc:docMk/>
            <pc:sldMk cId="2457977041" sldId="259"/>
            <ac:graphicFrameMk id="4" creationId="{E8FCEA4E-2E75-472A-ACD8-8A6E69EA8AD3}"/>
          </ac:graphicFrameMkLst>
        </pc:graphicFrameChg>
        <pc:picChg chg="add mod">
          <ac:chgData name="HARANO Kazuya" userId="00c6825a3cf87623" providerId="LiveId" clId="{3B7F9A99-370A-4DDD-BDF5-5C00D99A169E}" dt="2021-06-20T12:24:38.126" v="1091" actId="12788"/>
          <ac:picMkLst>
            <pc:docMk/>
            <pc:sldMk cId="2457977041" sldId="259"/>
            <ac:picMk id="8" creationId="{0AC96777-55E7-4B1D-8D0E-B1FDE629C479}"/>
          </ac:picMkLst>
        </pc:picChg>
      </pc:sldChg>
      <pc:sldChg chg="modSp new mod">
        <pc:chgData name="HARANO Kazuya" userId="00c6825a3cf87623" providerId="LiveId" clId="{3B7F9A99-370A-4DDD-BDF5-5C00D99A169E}" dt="2021-06-23T13:40:05.567" v="1459" actId="20577"/>
        <pc:sldMkLst>
          <pc:docMk/>
          <pc:sldMk cId="1148712648" sldId="260"/>
        </pc:sldMkLst>
        <pc:spChg chg="mod">
          <ac:chgData name="HARANO Kazuya" userId="00c6825a3cf87623" providerId="LiveId" clId="{3B7F9A99-370A-4DDD-BDF5-5C00D99A169E}" dt="2021-06-20T12:24:50.899" v="1101" actId="20577"/>
          <ac:spMkLst>
            <pc:docMk/>
            <pc:sldMk cId="1148712648" sldId="260"/>
            <ac:spMk id="2" creationId="{C11E2BCF-B907-4A6D-8B74-37E0D66F7329}"/>
          </ac:spMkLst>
        </pc:spChg>
        <pc:spChg chg="mod">
          <ac:chgData name="HARANO Kazuya" userId="00c6825a3cf87623" providerId="LiveId" clId="{3B7F9A99-370A-4DDD-BDF5-5C00D99A169E}" dt="2021-06-23T13:40:05.567" v="1459" actId="20577"/>
          <ac:spMkLst>
            <pc:docMk/>
            <pc:sldMk cId="1148712648" sldId="260"/>
            <ac:spMk id="3" creationId="{3CB2FB10-C245-4DEF-AF07-B53D5910581D}"/>
          </ac:spMkLst>
        </pc:spChg>
      </pc:sldChg>
      <pc:sldChg chg="modSp new mod">
        <pc:chgData name="HARANO Kazuya" userId="00c6825a3cf87623" providerId="LiveId" clId="{3B7F9A99-370A-4DDD-BDF5-5C00D99A169E}" dt="2021-06-20T12:43:56.337" v="1451" actId="20577"/>
        <pc:sldMkLst>
          <pc:docMk/>
          <pc:sldMk cId="2358383678" sldId="261"/>
        </pc:sldMkLst>
        <pc:spChg chg="mod">
          <ac:chgData name="HARANO Kazuya" userId="00c6825a3cf87623" providerId="LiveId" clId="{3B7F9A99-370A-4DDD-BDF5-5C00D99A169E}" dt="2021-06-20T12:43:56.337" v="1451" actId="20577"/>
          <ac:spMkLst>
            <pc:docMk/>
            <pc:sldMk cId="2358383678" sldId="261"/>
            <ac:spMk id="2" creationId="{51287214-6614-4040-810C-12294F83C14B}"/>
          </ac:spMkLst>
        </pc:spChg>
        <pc:spChg chg="mod">
          <ac:chgData name="HARANO Kazuya" userId="00c6825a3cf87623" providerId="LiveId" clId="{3B7F9A99-370A-4DDD-BDF5-5C00D99A169E}" dt="2021-06-20T12:43:52.777" v="1450" actId="20577"/>
          <ac:spMkLst>
            <pc:docMk/>
            <pc:sldMk cId="2358383678" sldId="261"/>
            <ac:spMk id="3" creationId="{90E23B32-BFE8-4031-8D32-FF3BEA6DBB26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5C93D64-33FF-426A-98E1-25D0AECEF4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1E79093-BCE6-4D3E-B2C1-85B64433D6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7A8E8C9-51D4-4D05-94E5-543FFC5736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F052F-3E36-4757-BE14-D230B5A5E320}" type="datetimeFigureOut">
              <a:rPr kumimoji="1" lang="ja-JP" altLang="en-US" smtClean="0"/>
              <a:t>2021/6/20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C3CF157-B93D-42C8-92EE-FD8E545BF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2962549-DCBD-4928-8FB9-A26F0E8EF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922FA-D899-4B33-8B04-EF34C576FEF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288916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EE0FAF8-C62E-464F-9105-2FEB59F55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B0D1DCF-B1D6-45D7-9BED-C305FCF0BE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337F25C-E9DF-4D8C-8CE0-235D2A83B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F052F-3E36-4757-BE14-D230B5A5E320}" type="datetimeFigureOut">
              <a:rPr kumimoji="1" lang="ja-JP" altLang="en-US" smtClean="0"/>
              <a:t>2021/6/20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DFCE71A-AAD6-42A0-BBFF-8EF285AC1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F3365CC-F3AF-42B3-B71B-0B2F3B30F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922FA-D899-4B33-8B04-EF34C576FEF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50480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7098863-B9AC-44F4-8325-F01878BBB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E1ECAA4-08E9-4ED7-9A1E-8853E0427B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62E2B59-0146-4F20-9C93-123EE3450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F052F-3E36-4757-BE14-D230B5A5E320}" type="datetimeFigureOut">
              <a:rPr kumimoji="1" lang="ja-JP" altLang="en-US" smtClean="0"/>
              <a:t>2021/6/20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B48A188-41C4-4741-BD35-C593001DC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35E9068-3812-417F-8FDB-85B481BB6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922FA-D899-4B33-8B04-EF34C576FEF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030402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752D37D-9155-481A-89B1-AA8CC6DB5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4415350-192B-467F-AFDE-9CFB3C1E15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4B84971-0B4E-47CF-AA65-08D9A33D8A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802543A-0AB3-4A47-94D4-AFBA38040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F052F-3E36-4757-BE14-D230B5A5E320}" type="datetimeFigureOut">
              <a:rPr kumimoji="1" lang="ja-JP" altLang="en-US" smtClean="0"/>
              <a:t>2021/6/20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A4E55B2-523B-40C6-B97E-D679DAF49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EA8AA6F-CB9D-48C0-ADE7-2CCE079CD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922FA-D899-4B33-8B04-EF34C576FEF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70845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8D2867C-8EF1-4A3C-8FF6-B594A5F48D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E301D1C-E2DB-4CD5-B9A1-E55680C9A7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7357043-2FC4-43D6-944E-0F4B835183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A8FAB821-EC16-485F-BE6B-46BEEF0DB0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98002CCC-4B7C-4761-8ED9-BD7D111D00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CA80DB08-D179-4A5B-93E0-028BD0DE6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F052F-3E36-4757-BE14-D230B5A5E320}" type="datetimeFigureOut">
              <a:rPr kumimoji="1" lang="ja-JP" altLang="en-US" smtClean="0"/>
              <a:t>2021/6/20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6B5F66AD-FC6F-484E-A77F-E24CF1B58C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F81FAF7B-2412-4828-AD3E-7EADBC41F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922FA-D899-4B33-8B04-EF34C576FEF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622124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9FDDCC4-5E42-43F8-BF7B-ED694951F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AB940D33-CAA9-4B75-BF16-8FD97E6EE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F052F-3E36-4757-BE14-D230B5A5E320}" type="datetimeFigureOut">
              <a:rPr kumimoji="1" lang="ja-JP" altLang="en-US" smtClean="0"/>
              <a:t>2021/6/20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C68E336B-41D5-4FC4-8A62-F7BAA8F387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30A7FB72-E061-4917-842E-D97F10C9D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922FA-D899-4B33-8B04-EF34C576FEF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724226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80F62439-EA8A-41B7-AD94-AA36B65DFB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F052F-3E36-4757-BE14-D230B5A5E320}" type="datetimeFigureOut">
              <a:rPr kumimoji="1" lang="ja-JP" altLang="en-US" smtClean="0"/>
              <a:t>2021/6/20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C5A005A7-3948-4A6C-B99B-E9DA6FE0E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4C6B866-B6F1-4EC2-BBB7-BB6F5FD90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922FA-D899-4B33-8B04-EF34C576FEF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427321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D2A11B8-203C-4D52-8DDE-465E06C5B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F9AEBC2-461B-4AB6-A171-FC6A23767A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CF42A75-7B3C-48E2-BBAA-ADDA4856B7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E0C3D18-0B4C-4737-9FC0-47A8BF254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F052F-3E36-4757-BE14-D230B5A5E320}" type="datetimeFigureOut">
              <a:rPr kumimoji="1" lang="ja-JP" altLang="en-US" smtClean="0"/>
              <a:t>2021/6/20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E448B16-4219-4D30-A98D-347ED74EB4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888576E-A7A2-4F8F-8D08-3E404CB99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922FA-D899-4B33-8B04-EF34C576FEF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944897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38C18B9-88D0-4120-9588-8C7126B2B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DA9285C-04F8-42C4-A750-C83C4E6948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6291B10-8826-47F5-B61B-3DD4541EFB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CD14BCD-86DE-4AAC-A9E3-D132162A0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F052F-3E36-4757-BE14-D230B5A5E320}" type="datetimeFigureOut">
              <a:rPr kumimoji="1" lang="ja-JP" altLang="en-US" smtClean="0"/>
              <a:t>2021/6/20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13A1807-654D-4A39-8946-0033BFB66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6B08429-FDEC-4A68-A11A-3183D62D8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922FA-D899-4B33-8B04-EF34C576FEF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006871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CE5D452-5608-470E-BEDA-E6697390A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56947B9-B144-4FB3-A417-2D9C19943B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26F764D-5C4F-45EE-825B-D98E98CEC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F052F-3E36-4757-BE14-D230B5A5E320}" type="datetimeFigureOut">
              <a:rPr kumimoji="1" lang="ja-JP" altLang="en-US" smtClean="0"/>
              <a:t>2021/6/20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E4EF78D-AA4D-4A8B-A468-010C464E0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BBBA025-F100-4003-9561-BAF32DDDC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922FA-D899-4B33-8B04-EF34C576FEF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245830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349E2D1C-DACC-49B9-93E0-EFE860504C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F6A5EB9-AC43-418F-9232-12E50C30E6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49F2C11-A0D2-4FEE-8F36-499FCBA06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F052F-3E36-4757-BE14-D230B5A5E320}" type="datetimeFigureOut">
              <a:rPr kumimoji="1" lang="ja-JP" altLang="en-US" smtClean="0"/>
              <a:t>2021/6/20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30DF885-EB8E-4593-929F-57DE48E31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523C7BE-708B-4296-9FC9-15FC0F4FA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922FA-D899-4B33-8B04-EF34C576FEF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192076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84802235-3011-4042-979A-21F9E526E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6193C6A-842B-453D-A6BC-B60BC41601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1FE2A74-C25E-4BD1-A7B4-3FBDDC5A87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1F052F-3E36-4757-BE14-D230B5A5E320}" type="datetimeFigureOut">
              <a:rPr kumimoji="1" lang="ja-JP" altLang="en-US" smtClean="0"/>
              <a:t>2021/6/20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A57A900-B293-475F-8459-DED1E81035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AB018A3-29D9-4986-B962-135CF84837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7922FA-D899-4B33-8B04-EF34C576FEF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151384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aws.amazon.com/ja_jp/batch/latest/userguide/what-is-batch.html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aws.amazon.com/jp/lambda/faqs/#:~:text=%E3%83%A1%E3%83%A2%E3%83%AA%E3%81%AF%20128%20MB%20%E3%81%8B%E3%82%89%2010%2C240%20MB%20%E3%81%BE%E3%81%A7%E8%A8%AD%E5%AE%9A%E3%81%A7%E3%81%8D%E3%81%BE%E3%81%99%E3%80%82" TargetMode="External"/><Relationship Id="rId2" Type="http://schemas.openxmlformats.org/officeDocument/2006/relationships/hyperlink" Target="https://aws.amazon.com/jp/lambda/faqs/#:~:text=Q%3A%20AWS%20Lambda%20%E9%96%A2%E6%95%B0%E3%81%AF%E3%81%A9%E3%82%8C%E3%81%8F%E3%82%89%E3%81%84%E3%81%AE%E6%99%82%E9%96%93%E5%AE%9F%E8%A1%8C%E3%81%A7%E3%81%8D%E3%81%BE%E3%81%99%E3%81%8B%3F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aws.amazon.com/jp/lambda/pricing/" TargetMode="External"/><Relationship Id="rId4" Type="http://schemas.openxmlformats.org/officeDocument/2006/relationships/hyperlink" Target="https://aws.amazon.com/jp/lambda/faqs/#:~:text=Q%3A%20AWS%20Lambda%20%E3%81%8C%E3%82%B5%E3%83%9D%E3%83%BC%E3%83%88%E3%81%99%E3%82%8B%E8%A8%80%E8%AA%9E%E3%81%AF%E4%BD%95%E3%81%A7%E3%81%99%E3%81%8B%3F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.ikedaosushi.com/entry/2019/04/27/222957" TargetMode="External"/><Relationship Id="rId2" Type="http://schemas.openxmlformats.org/officeDocument/2006/relationships/hyperlink" Target="https://pages.awscloud.com/rs/112-TZM-766/images/G-5.pdf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zenn.dev/faycute/articles/fb310e3ccd783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11E2BCF-B907-4A6D-8B74-37E0D66F732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ja-JP" dirty="0"/>
              <a:t>AWS Batch</a:t>
            </a:r>
            <a:endParaRPr kumimoji="1" lang="ja-JP" altLang="en-US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3CB2FB10-C245-4DEF-AF07-B53D5910581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en-US" altLang="ja-JP" dirty="0"/>
              <a:t>2021-06-20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1487126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095DDAB-4C81-4701-A117-7E13EE46D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AWS Batch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194E066-F89E-4445-B4CC-20A51031F9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/>
              <a:t>AWS</a:t>
            </a:r>
            <a:r>
              <a:rPr kumimoji="1" lang="ja-JP" altLang="en-US" dirty="0"/>
              <a:t>上でバッチコンピューティングワークロードを実行</a:t>
            </a:r>
            <a:endParaRPr kumimoji="1" lang="en-US" altLang="ja-JP" dirty="0"/>
          </a:p>
          <a:p>
            <a:r>
              <a:rPr lang="ja-JP" altLang="en-US" dirty="0"/>
              <a:t>フルマネージド</a:t>
            </a:r>
            <a:endParaRPr lang="en-US" altLang="ja-JP" dirty="0"/>
          </a:p>
          <a:p>
            <a:r>
              <a:rPr kumimoji="1" lang="ja-JP" altLang="en-US" dirty="0"/>
              <a:t>大事そうな概念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ジョブ定義</a:t>
            </a:r>
            <a:endParaRPr kumimoji="1" lang="en-US" altLang="ja-JP" dirty="0"/>
          </a:p>
          <a:p>
            <a:pPr lvl="1"/>
            <a:r>
              <a:rPr lang="ja-JP" altLang="en-US" dirty="0"/>
              <a:t>ジョブキュー</a:t>
            </a:r>
            <a:endParaRPr lang="en-US" altLang="ja-JP" dirty="0"/>
          </a:p>
          <a:p>
            <a:pPr lvl="1"/>
            <a:r>
              <a:rPr kumimoji="1" lang="ja-JP" altLang="en-US" dirty="0"/>
              <a:t>コンピューティング環境</a:t>
            </a:r>
            <a:endParaRPr kumimoji="1" lang="en-US" altLang="ja-JP" dirty="0"/>
          </a:p>
          <a:p>
            <a:endParaRPr lang="en-US" altLang="ja-JP" dirty="0"/>
          </a:p>
          <a:p>
            <a:r>
              <a:rPr kumimoji="1" lang="ja-JP" altLang="en-US" dirty="0"/>
              <a:t>東京リージョンでサービス開始：</a:t>
            </a:r>
            <a:r>
              <a:rPr kumimoji="1" lang="en-US" altLang="ja-JP" dirty="0"/>
              <a:t>2017</a:t>
            </a:r>
            <a:r>
              <a:rPr kumimoji="1" lang="ja-JP" altLang="en-US" dirty="0"/>
              <a:t>年</a:t>
            </a:r>
            <a:r>
              <a:rPr kumimoji="1" lang="en-US" altLang="ja-JP" dirty="0"/>
              <a:t>6</a:t>
            </a:r>
            <a:r>
              <a:rPr kumimoji="1" lang="ja-JP" altLang="en-US" dirty="0"/>
              <a:t>月～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4FC0DF8-CB86-4C86-A417-4BFBCD62A9D7}"/>
              </a:ext>
            </a:extLst>
          </p:cNvPr>
          <p:cNvSpPr txBox="1"/>
          <p:nvPr/>
        </p:nvSpPr>
        <p:spPr>
          <a:xfrm>
            <a:off x="185408" y="6354375"/>
            <a:ext cx="59105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" dirty="0">
                <a:hlinkClick r:id="rId2"/>
              </a:rPr>
              <a:t>https://docs.aws.amazon.com/ja_jp/batch/latest/userguide/what-is-batch.html</a:t>
            </a:r>
            <a:endParaRPr kumimoji="1" lang="ja-JP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4748557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E32D8D1-DC4E-42F5-8D92-EDF767ACF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AWS Lambda</a:t>
            </a:r>
            <a:r>
              <a:rPr kumimoji="1" lang="ja-JP" altLang="en-US" dirty="0"/>
              <a:t>との違い</a:t>
            </a:r>
          </a:p>
        </p:txBody>
      </p:sp>
      <p:graphicFrame>
        <p:nvGraphicFramePr>
          <p:cNvPr id="4" name="表 4">
            <a:extLst>
              <a:ext uri="{FF2B5EF4-FFF2-40B4-BE49-F238E27FC236}">
                <a16:creationId xmlns:a16="http://schemas.microsoft.com/office/drawing/2014/main" id="{E8FCEA4E-2E75-472A-ACD8-8A6E69EA8AD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17333935"/>
              </p:ext>
            </p:extLst>
          </p:nvPr>
        </p:nvGraphicFramePr>
        <p:xfrm>
          <a:off x="1095217" y="2239094"/>
          <a:ext cx="10001566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91168">
                  <a:extLst>
                    <a:ext uri="{9D8B030D-6E8A-4147-A177-3AD203B41FA5}">
                      <a16:colId xmlns:a16="http://schemas.microsoft.com/office/drawing/2014/main" val="2450461417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92926520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3475488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/>
                        <a:t>項目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AWS Batch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AWS Lambda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16940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実行時間等の制限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上限なし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>
                          <a:hlinkClick r:id="rId2"/>
                        </a:rPr>
                        <a:t>最長</a:t>
                      </a:r>
                      <a:r>
                        <a:rPr kumimoji="1" lang="en-US" altLang="ja-JP" dirty="0">
                          <a:hlinkClick r:id="rId2"/>
                        </a:rPr>
                        <a:t>15</a:t>
                      </a:r>
                      <a:r>
                        <a:rPr kumimoji="1" lang="ja-JP" altLang="en-US" dirty="0">
                          <a:hlinkClick r:id="rId2"/>
                        </a:rPr>
                        <a:t>分</a:t>
                      </a:r>
                      <a:r>
                        <a:rPr kumimoji="1" lang="ja-JP" altLang="en-US" dirty="0"/>
                        <a:t>、</a:t>
                      </a:r>
                      <a:r>
                        <a:rPr kumimoji="1" lang="ja-JP" altLang="en-US" dirty="0">
                          <a:hlinkClick r:id="rId3"/>
                        </a:rPr>
                        <a:t>メモリ</a:t>
                      </a:r>
                      <a:r>
                        <a:rPr kumimoji="1" lang="en-US" altLang="ja-JP" dirty="0">
                          <a:hlinkClick r:id="rId3"/>
                        </a:rPr>
                        <a:t>10GB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40446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開発言語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限定なし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hlinkClick r:id="rId4"/>
                        </a:rPr>
                        <a:t>Python, Java, Go, Ruby</a:t>
                      </a:r>
                      <a:r>
                        <a:rPr kumimoji="1" lang="ja-JP" altLang="en-US" dirty="0">
                          <a:hlinkClick r:id="rId4"/>
                        </a:rPr>
                        <a:t>等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26632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サーバのプロビジョニング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必要</a:t>
                      </a:r>
                      <a:r>
                        <a:rPr kumimoji="1" lang="en-US" altLang="ja-JP" dirty="0"/>
                        <a:t>※</a:t>
                      </a:r>
                      <a:r>
                        <a:rPr kumimoji="1" lang="ja-JP" altLang="en-US" dirty="0"/>
                        <a:t>１</a:t>
                      </a:r>
                      <a:endParaRPr kumimoji="1" lang="en-US" altLang="ja-JP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不要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44522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課金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無料</a:t>
                      </a:r>
                      <a:r>
                        <a:rPr kumimoji="1" lang="en-US" altLang="ja-JP" dirty="0"/>
                        <a:t>※</a:t>
                      </a:r>
                      <a:r>
                        <a:rPr kumimoji="1" lang="ja-JP" altLang="en-US" dirty="0"/>
                        <a:t>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>
                          <a:hlinkClick r:id="rId5"/>
                        </a:rPr>
                        <a:t>リクエスト数</a:t>
                      </a:r>
                      <a:r>
                        <a:rPr kumimoji="1" lang="en-US" altLang="ja-JP" dirty="0">
                          <a:hlinkClick r:id="rId5"/>
                        </a:rPr>
                        <a:t>×</a:t>
                      </a:r>
                      <a:r>
                        <a:rPr kumimoji="1" lang="ja-JP" altLang="en-US" dirty="0">
                          <a:hlinkClick r:id="rId5"/>
                        </a:rPr>
                        <a:t>実行時間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37446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実行トリガ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02497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EC2/</a:t>
                      </a:r>
                      <a:r>
                        <a:rPr kumimoji="1" lang="en-US" altLang="ja-JP" dirty="0" err="1"/>
                        <a:t>Fargate</a:t>
                      </a:r>
                      <a:r>
                        <a:rPr kumimoji="1" lang="ja-JP" altLang="en-US" dirty="0"/>
                        <a:t>の利用可</a:t>
                      </a:r>
                      <a:r>
                        <a:rPr kumimoji="1" lang="en-US" altLang="ja-JP" dirty="0"/>
                        <a:t>(spot</a:t>
                      </a:r>
                      <a:r>
                        <a:rPr kumimoji="1" lang="ja-JP" altLang="en-US" dirty="0"/>
                        <a:t>も</a:t>
                      </a:r>
                      <a:r>
                        <a:rPr kumimoji="1" lang="en-US" altLang="ja-JP" dirty="0"/>
                        <a:t>)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-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4274662"/>
                  </a:ext>
                </a:extLst>
              </a:tr>
            </a:tbl>
          </a:graphicData>
        </a:graphic>
      </p:graphicFrame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A48DB3A-0C19-4F5D-8D7F-EB08E8441775}"/>
              </a:ext>
            </a:extLst>
          </p:cNvPr>
          <p:cNvSpPr txBox="1"/>
          <p:nvPr/>
        </p:nvSpPr>
        <p:spPr>
          <a:xfrm>
            <a:off x="1095217" y="4958448"/>
            <a:ext cx="83888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/>
              <a:t>※</a:t>
            </a:r>
            <a:r>
              <a:rPr kumimoji="1" lang="ja-JP" altLang="en-US" sz="1400" dirty="0"/>
              <a:t>１）オートスケーリングはよしなにやってくれる設定も可能（自分で制御も可能）</a:t>
            </a:r>
            <a:endParaRPr kumimoji="1" lang="en-US" altLang="ja-JP" sz="1400" dirty="0"/>
          </a:p>
          <a:p>
            <a:r>
              <a:rPr kumimoji="1" lang="en-US" altLang="ja-JP" sz="1400" dirty="0"/>
              <a:t>※</a:t>
            </a:r>
            <a:r>
              <a:rPr kumimoji="1" lang="ja-JP" altLang="en-US" sz="1400" dirty="0"/>
              <a:t>２）呼び出したリソースは課金される（例：コンピューティングに</a:t>
            </a:r>
            <a:r>
              <a:rPr kumimoji="1" lang="en-US" altLang="ja-JP" sz="1400" dirty="0"/>
              <a:t>EC2</a:t>
            </a:r>
            <a:r>
              <a:rPr lang="ja-JP" altLang="en-US" sz="1400" dirty="0"/>
              <a:t>を使えば</a:t>
            </a:r>
            <a:r>
              <a:rPr lang="en-US" altLang="ja-JP" sz="1400" dirty="0"/>
              <a:t>EC2</a:t>
            </a:r>
            <a:r>
              <a:rPr lang="ja-JP" altLang="en-US" sz="1400" dirty="0"/>
              <a:t>の課金は発生）</a:t>
            </a:r>
            <a:endParaRPr kumimoji="1" lang="ja-JP" altLang="en-US" sz="1400" dirty="0"/>
          </a:p>
        </p:txBody>
      </p:sp>
    </p:spTree>
    <p:extLst>
      <p:ext uri="{BB962C8B-B14F-4D97-AF65-F5344CB8AC3E}">
        <p14:creationId xmlns:p14="http://schemas.microsoft.com/office/powerpoint/2010/main" val="40411899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E32D8D1-DC4E-42F5-8D92-EDF767ACF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クォータ</a:t>
            </a:r>
            <a:endParaRPr kumimoji="1" lang="ja-JP" altLang="en-US" dirty="0"/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00E98632-23C8-4C38-A086-979B858E3F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/>
              <a:t>50</a:t>
            </a:r>
            <a:r>
              <a:rPr lang="ja-JP" altLang="en-US" dirty="0"/>
              <a:t>個のレジに</a:t>
            </a:r>
            <a:r>
              <a:rPr lang="en-US" altLang="ja-JP" dirty="0"/>
              <a:t>100</a:t>
            </a:r>
            <a:r>
              <a:rPr lang="ja-JP" altLang="en-US" dirty="0"/>
              <a:t>万人が並べる？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0AC96777-55E7-4B1D-8D0E-B1FDE629C4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9275" y="2646211"/>
            <a:ext cx="8553450" cy="3219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79770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1287214-6614-4040-810C-12294F83C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参考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0E23B32-BFE8-4031-8D32-FF3BEA6DBB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sz="2000" dirty="0"/>
              <a:t>AWS</a:t>
            </a:r>
            <a:r>
              <a:rPr kumimoji="1" lang="ja-JP" altLang="en-US" sz="2000" dirty="0"/>
              <a:t>サービスで実現するバッチ実行環境のコンテナ</a:t>
            </a:r>
            <a:r>
              <a:rPr kumimoji="1" lang="en-US" altLang="ja-JP" sz="2000" dirty="0"/>
              <a:t>/</a:t>
            </a:r>
            <a:r>
              <a:rPr kumimoji="1" lang="ja-JP" altLang="en-US" sz="2000" dirty="0"/>
              <a:t>サーバレス化</a:t>
            </a:r>
            <a:endParaRPr kumimoji="1" lang="en-US" altLang="ja-JP" dirty="0"/>
          </a:p>
          <a:p>
            <a:pPr lvl="1"/>
            <a:r>
              <a:rPr kumimoji="1" lang="en-US" altLang="ja-JP" sz="1800" dirty="0">
                <a:hlinkClick r:id="rId2"/>
              </a:rPr>
              <a:t>https://pages.awscloud.com/rs/112-TZM-766/images/G-5.pdf</a:t>
            </a:r>
            <a:endParaRPr kumimoji="1" lang="en-US" altLang="ja-JP" sz="1800" dirty="0"/>
          </a:p>
          <a:p>
            <a:pPr lvl="1"/>
            <a:endParaRPr lang="en-US" altLang="ja-JP" sz="2000" dirty="0"/>
          </a:p>
          <a:p>
            <a:r>
              <a:rPr kumimoji="1" lang="en-US" altLang="ja-JP" sz="2000" dirty="0"/>
              <a:t>AWS Batch</a:t>
            </a:r>
            <a:r>
              <a:rPr kumimoji="1" lang="ja-JP" altLang="en-US" sz="2000" dirty="0"/>
              <a:t>と</a:t>
            </a:r>
            <a:r>
              <a:rPr kumimoji="1" lang="en-US" altLang="ja-JP" sz="2000" dirty="0"/>
              <a:t>Serverless</a:t>
            </a:r>
            <a:r>
              <a:rPr kumimoji="1" lang="ja-JP" altLang="en-US" sz="2000" dirty="0"/>
              <a:t>を組み合わせて高速に定期実行バッチやバッチ</a:t>
            </a:r>
            <a:r>
              <a:rPr kumimoji="1" lang="en-US" altLang="ja-JP" sz="2000" dirty="0"/>
              <a:t>API</a:t>
            </a:r>
            <a:r>
              <a:rPr kumimoji="1" lang="ja-JP" altLang="en-US" sz="2000" dirty="0"/>
              <a:t>を作る</a:t>
            </a:r>
            <a:endParaRPr kumimoji="1" lang="en-US" altLang="ja-JP" dirty="0"/>
          </a:p>
          <a:p>
            <a:pPr lvl="1"/>
            <a:r>
              <a:rPr kumimoji="1" lang="en-US" altLang="ja-JP" sz="1800" dirty="0">
                <a:hlinkClick r:id="rId3"/>
              </a:rPr>
              <a:t>https://blog.ikedaosushi.com/entry/2019/04/27/222957</a:t>
            </a:r>
            <a:endParaRPr kumimoji="1" lang="en-US" altLang="ja-JP" sz="1800" dirty="0"/>
          </a:p>
          <a:p>
            <a:endParaRPr lang="en-US" altLang="ja-JP" sz="2200" dirty="0"/>
          </a:p>
          <a:p>
            <a:r>
              <a:rPr kumimoji="1" lang="en-US" altLang="ja-JP" sz="1800" dirty="0"/>
              <a:t>AWS</a:t>
            </a:r>
            <a:r>
              <a:rPr kumimoji="1" lang="ja-JP" altLang="en-US" sz="1800" dirty="0"/>
              <a:t>でバッチ処理を実装する際の選択肢とサービス比較</a:t>
            </a:r>
            <a:endParaRPr kumimoji="1" lang="en-US" altLang="ja-JP" sz="2200" dirty="0"/>
          </a:p>
          <a:p>
            <a:pPr lvl="1"/>
            <a:r>
              <a:rPr kumimoji="1" lang="en-US" altLang="ja-JP" sz="1800" dirty="0">
                <a:hlinkClick r:id="rId4"/>
              </a:rPr>
              <a:t>https://zenn.dev/faycute/articles/fb310e3ccd783f</a:t>
            </a:r>
            <a:endParaRPr kumimoji="1" lang="en-US" altLang="ja-JP" sz="1800" dirty="0"/>
          </a:p>
          <a:p>
            <a:pPr lvl="1"/>
            <a:endParaRPr kumimoji="1" lang="ja-JP" altLang="en-US" sz="1800" dirty="0"/>
          </a:p>
        </p:txBody>
      </p:sp>
    </p:spTree>
    <p:extLst>
      <p:ext uri="{BB962C8B-B14F-4D97-AF65-F5344CB8AC3E}">
        <p14:creationId xmlns:p14="http://schemas.microsoft.com/office/powerpoint/2010/main" val="23583836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4417</TotalTime>
  <Words>250</Words>
  <Application>Microsoft Office PowerPoint</Application>
  <PresentationFormat>ワイド画面</PresentationFormat>
  <Paragraphs>45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9" baseType="lpstr">
      <vt:lpstr>游ゴシック</vt:lpstr>
      <vt:lpstr>游ゴシック Light</vt:lpstr>
      <vt:lpstr>Arial</vt:lpstr>
      <vt:lpstr>Office テーマ</vt:lpstr>
      <vt:lpstr>AWS Batch</vt:lpstr>
      <vt:lpstr>AWS Batch</vt:lpstr>
      <vt:lpstr>AWS Lambdaとの違い</vt:lpstr>
      <vt:lpstr>クォータ</vt:lpstr>
      <vt:lpstr>参考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AWS Batch</dc:title>
  <dc:creator>HARANO Kazuya</dc:creator>
  <cp:lastModifiedBy>HARANO Kazuya</cp:lastModifiedBy>
  <cp:revision>2</cp:revision>
  <dcterms:created xsi:type="dcterms:W3CDTF">2021-06-20T12:03:03Z</dcterms:created>
  <dcterms:modified xsi:type="dcterms:W3CDTF">2021-06-23T13:40:09Z</dcterms:modified>
</cp:coreProperties>
</file>